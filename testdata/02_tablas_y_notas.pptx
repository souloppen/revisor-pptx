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la tabla de ventas: revisar que los porcentajes esten calculados correctamente. Hay errores ortograficos a proposito.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Observaciones del orador: recordar mencionar que la variacion negativa del Sur fue por la crisis energetica de la zona.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Reporte trimestral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Analisis de resutlados Q3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por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Variacion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$890.000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$1.500.000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vebtas de la region Sur decrementaron por factres externos</a:t>
            </a:r>
          </a:p>
          <a:p>
            <a:r>
              <a:t>La region Este mostro un crecimiento siginificativo</a:t>
            </a:r>
          </a:p>
          <a:p>
            <a:r>
              <a:t>Se recomienda invertir mas en la region Norte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