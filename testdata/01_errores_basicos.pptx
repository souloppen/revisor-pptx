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presentacion tiene errores intencionales para probar el revisor. El titlo esta mal escrito y la descripcion tambien.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Presntacion con errores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Este es un test de ortografia basica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Errores comunes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empresa tiene muchso clientes en toda la argentna</a:t>
            </a:r>
          </a:p>
          <a:p>
            <a:r>
              <a:t>Nuestros productso son de muy buena calidad</a:t>
            </a:r>
          </a:p>
          <a:p>
            <a:r>
              <a:t>El equpo de trabajo esta muy comrpometido con los objetivos</a:t>
            </a:r>
          </a:p>
          <a:p>
            <a:r>
              <a:t>Tenemos un crescimiemto del 20 porciento anual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Errores de gramatica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empleados estan muy contentos con la nueba politica</a:t>
            </a:r>
          </a:p>
          <a:p>
            <a:r>
              <a:t>La directiva aprobó las nuevas normas del empresa</a:t>
            </a:r>
          </a:p>
          <a:p>
            <a:r>
              <a:t>Cada uno de los participantse recibió un certificado</a:t>
            </a:r>
          </a:p>
          <a:p>
            <a:r>
              <a:t>Muchos de los cliente estan satisfechos con el servicio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Oraciones largas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compania fue fundada en el año dos mil diez y desde entonces ha crecido de manera significativa en todo el pais</a:t>
            </a:r>
          </a:p>
          <a:p>
            <a:r>
              <a:t>Nuestro equipo de desarrollo trabaja arduamente para mejorar continuamente la calidad de nuestros productso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