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Contexto: este plan fue desarrallado por el equipo de estrategia. Hay que revisar que todos los numeros esten correctos antes de la presentacion al consjo.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objetivos estan alineados con la vision de la empreza a 5 anios. Recordar mencionar que los porcentajes son conservadores.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cifras de Colombia son las mas agresivas. Verificar con el equipo de finanzas que los numeros esten validados.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 estrategico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Propuesta de expancion internacional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anio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Incrementar las ventas en un 30 porciento en los mercados existentes</a:t>
            </a:r>
          </a:p>
          <a:p>
            <a:r>
              <a:t>Expandir operasiones a tres paises nuevos en Latinoamerica</a:t>
            </a:r>
          </a:p>
          <a:p>
            <a:r>
              <a:t>Reducir costos operativos en un 10 porciento medainte la automatizacion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Paises objetivo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Pais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Mercado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Prioridad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Colombia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$5.000.000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Chile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$3.200.000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$2.800.000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Requerimietos de inversiin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necesitan inversariones iniciales de al menos $2.000.000 por pais</a:t>
            </a:r>
          </a:p>
          <a:p>
            <a:r>
              <a:t>El tiempo estimado de retorno de la invesión es de 18 meces</a:t>
            </a:r>
          </a:p>
          <a:p>
            <a:r>
              <a:t>Es fundamental contar con alianzas estrategicas locales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plan es viable y esta basado en un analisis profundo del mercado</a:t>
            </a:r>
          </a:p>
          <a:p>
            <a:r>
              <a:t>Se requiere la aprobacion del consjo de administracion</a:t>
            </a:r>
          </a:p>
          <a:p>
            <a:r>
              <a:t>Los beneficios esperados superean las expectativas iniciales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